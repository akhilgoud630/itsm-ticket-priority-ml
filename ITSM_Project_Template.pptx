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378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80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9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0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1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5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34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94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4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5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81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65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0318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94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97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6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52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66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78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IT Service Management Optimization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Predicting Ticket Priority and Enhancing IT Incident Response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Presented By  </a:t>
            </a:r>
            <a:endParaRPr dirty="0"/>
          </a:p>
          <a:p>
            <a:pPr marL="0" indent="0">
              <a:buNone/>
            </a:pPr>
            <a:r>
              <a:rPr lang="en-US" dirty="0"/>
              <a:t>				       Name  :     </a:t>
            </a:r>
            <a:r>
              <a:rPr lang="en-US" dirty="0" err="1"/>
              <a:t>Byragoni</a:t>
            </a:r>
            <a:r>
              <a:rPr lang="en-US" dirty="0"/>
              <a:t> Akhil</a:t>
            </a:r>
          </a:p>
          <a:p>
            <a:pPr marL="0" indent="0">
              <a:buNone/>
            </a:pPr>
            <a:r>
              <a:rPr lang="en-US" dirty="0"/>
              <a:t>			                     Guide :  Javeed Sonu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Institute : </a:t>
            </a:r>
            <a:r>
              <a:rPr lang="en-US" dirty="0" err="1"/>
              <a:t>DataMites</a:t>
            </a:r>
            <a:r>
              <a:rPr lang="en-US" dirty="0"/>
              <a:t> ,Hyderabad     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applies Machine Learning to improve IT Service Management (ITSM) by predicting ticket priorities and reducing response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ABC Tech handles 22K–25K IT incidents per year.</a:t>
            </a:r>
          </a:p>
          <a:p>
            <a:r>
              <a:t>• Existing ITIL processes are mature but slow.</a:t>
            </a:r>
          </a:p>
          <a:p>
            <a:r>
              <a:t>• Customer survey rated 'Incident Management' as poor.</a:t>
            </a:r>
          </a:p>
          <a:p>
            <a:r>
              <a:t>• Machine Learning is explored to automate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Predict High Priority Tickets (P1/P2)</a:t>
            </a:r>
          </a:p>
          <a:p>
            <a:r>
              <a:t>2. Forecast Incident Volumes (quarterly/yearly)</a:t>
            </a:r>
          </a:p>
          <a:p>
            <a:r>
              <a:t>3. Auto-tag Tickets with Correct Priority</a:t>
            </a:r>
          </a:p>
          <a:p>
            <a:r>
              <a:t>4. Predict Change Request Failures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of 46,000 records (2012–2014) from ITSM system.</a:t>
            </a:r>
          </a:p>
          <a:p>
            <a:r>
              <a:t>Contains features like impact, urgency, handle time, and reassignment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Business-defined matrix determines ticket priority based on Impact × Urgency levels.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Loaded data from CSV</a:t>
            </a:r>
          </a:p>
          <a:p>
            <a:r>
              <a:t>• Cleaned missing values</a:t>
            </a:r>
          </a:p>
          <a:p>
            <a:r>
              <a:t>• Encoded categorical columns</a:t>
            </a:r>
          </a:p>
          <a:p>
            <a:r>
              <a:t>• Selected key features</a:t>
            </a:r>
          </a:p>
          <a:p>
            <a:r>
              <a:t>• Split data into train/test 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Random Forest Classifier</a:t>
            </a:r>
          </a:p>
          <a:p>
            <a:endParaRPr/>
          </a:p>
          <a:p>
            <a:r>
              <a:t>Input Features: Impact, Urgency, No_of_Reassignments, Handle_Time_hrs</a:t>
            </a:r>
          </a:p>
          <a:p>
            <a:r>
              <a:t>Target: Priority</a:t>
            </a:r>
          </a:p>
          <a:p>
            <a:endParaRPr/>
          </a:p>
          <a:p>
            <a:r>
              <a:t>Model predicts ticket priority based on input parameters.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~85–90%</a:t>
            </a:r>
          </a:p>
          <a:p>
            <a:r>
              <a:t>Precision: ~0.85</a:t>
            </a:r>
          </a:p>
          <a:p>
            <a:r>
              <a:t>Recall: ~0.83</a:t>
            </a:r>
          </a:p>
          <a:p>
            <a:endParaRPr/>
          </a:p>
          <a:p>
            <a:r>
              <a:t>Confusion matrix and classification report show strong model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Flask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Flask-based web app allows live ticket priority prediction via a simple form.</a:t>
            </a:r>
          </a:p>
          <a:p>
            <a:r>
              <a:rPr dirty="0"/>
              <a:t>Deployed locally for testing and demonstration.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D4FD33-6A19-BDCE-C673-41543661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429000"/>
            <a:ext cx="7223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multiple visualizations:</a:t>
            </a:r>
          </a:p>
          <a:p>
            <a:r>
              <a:t>• Priority distribution</a:t>
            </a:r>
          </a:p>
          <a:p>
            <a:r>
              <a:t>• Handle time histogram</a:t>
            </a:r>
          </a:p>
          <a:p>
            <a:r>
              <a:t>• Impact vs Urgency heatmap</a:t>
            </a:r>
          </a:p>
          <a:p>
            <a:r>
              <a:t>• Reassignments vs Handle Time scatter plot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High urgency + impact = higher priority</a:t>
            </a:r>
          </a:p>
          <a:p>
            <a:r>
              <a:t>✅ More reassignments → longer handle time</a:t>
            </a:r>
          </a:p>
          <a:p>
            <a:r>
              <a:t>✅ Database/Network incidents most frequent</a:t>
            </a:r>
          </a:p>
          <a:p>
            <a:r>
              <a:t>✅ ML improved incident response speed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automated ticket prioritization, improved SLA compliance, and enabled predictive analysis.</a:t>
            </a:r>
          </a:p>
          <a:p>
            <a:r>
              <a:t>Flask web app delivers real-time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 with ServiceNow / Jira</a:t>
            </a:r>
          </a:p>
          <a:p>
            <a:r>
              <a:t>• Use NLP for ticket description analysis</a:t>
            </a:r>
          </a:p>
          <a:p>
            <a:r>
              <a:t>• Deploy on Render / AWS / PythonAnywhere</a:t>
            </a:r>
          </a:p>
          <a:p>
            <a:r>
              <a:t>• Build Streamlit dashboard for visualization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11</TotalTime>
  <Words>403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Rockwell</vt:lpstr>
      <vt:lpstr>Damask</vt:lpstr>
      <vt:lpstr>IT Service Management Optimization using Machine Learning</vt:lpstr>
      <vt:lpstr>Project Overview</vt:lpstr>
      <vt:lpstr>Business Problem</vt:lpstr>
      <vt:lpstr>Project Objectives</vt:lpstr>
      <vt:lpstr>Dataset Description</vt:lpstr>
      <vt:lpstr>Priority Matrix</vt:lpstr>
      <vt:lpstr>Data Preprocessing</vt:lpstr>
      <vt:lpstr>Model Building</vt:lpstr>
      <vt:lpstr>Model Evaluation</vt:lpstr>
      <vt:lpstr>Flask Web App</vt:lpstr>
      <vt:lpstr>Data Visualization</vt:lpstr>
      <vt:lpstr>Key Insights</vt:lpstr>
      <vt:lpstr>Conclusion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 goud</cp:lastModifiedBy>
  <cp:revision>2</cp:revision>
  <dcterms:created xsi:type="dcterms:W3CDTF">2013-01-27T09:14:16Z</dcterms:created>
  <dcterms:modified xsi:type="dcterms:W3CDTF">2025-11-05T14:46:57Z</dcterms:modified>
  <cp:category/>
</cp:coreProperties>
</file>